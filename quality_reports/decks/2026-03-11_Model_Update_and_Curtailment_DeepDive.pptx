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/Users/yilu/Documents/GitHub/idaes-gtep/quality_reports/reports/model_comparison_prescient_vs_paper_uc_2026-02-28.md; /Users/yilu/Documents/GitHub/idaes-gtep/quality_reports/reports/curtailment_penalty_experiment_setup_2026-02-28.md; /Users/yilu/Documents/GitHub/idaes-gtep/gtep/pcm_analysis/curtailment_penalty_benchmark_summary.csv; /Users/yilu/Documents/GitHub/idaes-gtep/gtep/pcm_analysis/prescient_lmp_analysis_curtailment_penalty.ipynb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Model Update and Curtailment Analysis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Prescient PCM vs Paper UC | TX-123BT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333333"/>
                </a:solidFill>
              </a:rPr>
              <a:t>Goal: update model-comparison interpretation and integrate curtailment-sweep results.</a:t>
            </a:r>
          </a:p>
          <a:p>
            <a:pPr>
              <a:spcAft>
                <a:spcPts val="500"/>
              </a:spcAft>
            </a:pPr>
            <a:r>
              <a:rPr sz="2100" b="0">
                <a:solidFill>
                  <a:srgbClr val="333333"/>
                </a:solidFill>
              </a:rPr>
              <a:t>Inputs: corrected model-comparison report + curtailment notebook exports.</a:t>
            </a:r>
          </a:p>
          <a:p>
            <a:pPr>
              <a:spcAft>
                <a:spcPts val="500"/>
              </a:spcAft>
            </a:pPr>
            <a:r>
              <a:rPr sz="2100" b="0">
                <a:solidFill>
                  <a:srgbClr val="333333"/>
                </a:solidFill>
              </a:rPr>
              <a:t>Output: prioritized benchmark actions and decision points.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What Changed Since Last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Accuracy-review corrections now integrated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333333"/>
                </a:solidFill>
              </a:rPr>
              <a:t>Paper curtailment mechanism corrected: bounded net-load slack, no direct curtailment objective term.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</a:rPr>
              <a:t>Solver caveat added: paper shared code uses CONOPT path (continuous relaxation risk).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</a:rPr>
              <a:t>DA-first LMP convention enforced for summarizer (`LMP DA` fallback to `LMP`).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</a:rPr>
              <a:t>Load-weighted LMP metric added for system-level reporting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Highest-Impact Model Differences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From current model-comparison ranking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1124712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Difference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Renewable representation (net-load vs explicit renewable units)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Curtailment treatment/economics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Chronology/horizon (daily independent vs 90 sequential days with 36h RUC look-ahead)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Pricing workflow (paper two-pass dual vs Prescient engine)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Medium-High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Solver choice (CONOPT NLP relaxation vs Gurobi MILP)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Medium-High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</a:rPr>
              <a:t>Structural assumptions remain dominant; cap tuning alone is insufficient.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Paper Curtailment Mechanism (Corrected)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Code-backed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Wind/solar are subtracted from demand first to form net load (`load_b_t`).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</a:rPr>
              <a:t>`rnwcur_b_t` is a nonnegative slack on nodal balance.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If net load &gt;= 0, `rnwcur_b_t = 0`; if net load &lt; 0, `rnwcur_b_t &lt;= -load_b_t/BaseMVA`.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Objective excludes direct curtailment cost term.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F39C12"/>
                </a:solidFill>
              </a:rPr>
              <a:t>Meaning: paper curtailment is balancing relief, not explicit renewable market-bid economics.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Our Prescient Curtailment Realization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Threshold-proxy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Current pipeline does not expose a single standalone renewable-curtailment penalty switch.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</a:rPr>
              <a:t>Curtailment behavior emerges from SCED/RUC with configured threshold penalties.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Tracked outputs: `renewables_detail.csv` (`Curtailment`), `hourly_summary.csv` (`RenewablesCurtailment`).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Interpretation: this sweep is a diagnostic proxy of economics, not a structural reformulation.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Curtailment Sweep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Case design and corrected baseline caveat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4572000" cy="2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</a:tblGrid>
              <a:tr h="43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Penalty ($/MWh)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92024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</a:rPr>
              <a:t>`penalty_1000` is not identical to historical baseline thresholds.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Uniform-threshold benchmark set is designed for clean sensitivity, not 1:1 baseline reproduction.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Common comparison window: 2019-01-01 00:00:00 to 2019-03-31 23:00:00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Curtailment Results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Core metrics from notebook exports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874520"/>
          <a:ext cx="1170432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045"/>
                <a:gridCol w="1672045"/>
                <a:gridCol w="1672045"/>
                <a:gridCol w="1672045"/>
                <a:gridCol w="1672045"/>
                <a:gridCol w="1672045"/>
                <a:gridCol w="1672050"/>
              </a:tblGrid>
              <a:tr h="35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Penalty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Neg LMP %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Floor-hit %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Weighted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Curtailment MWh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OverGen MWh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penalty_300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9.62%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1.52%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9.79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118560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888328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penalty_1000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10.51%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124325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889003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penalty_2000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11.43%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1.51%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-7.91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125040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888986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penalty_5000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-39.57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121351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889607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penalty_10000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12.80%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1.49%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-88.35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123328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888693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Trend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What the sweep says technically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Neg LMP share increases from 9.62% (penalty 300) to 12.80% (penalty 10000).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Floor-hit share stays ~1.5% across cases, indicating persistent clipping behavior.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</a:rPr>
              <a:t>Weighted LMP declines from 9.79 to -88.35 $/MWh.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Overgeneration remains high and nearly flat (~888-890 GWh), so structural surplus persists.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Benchmark Implications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What cap tuning can and cannot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Cap tuning is a useful diagnostic, not a full benchmark-alignment solution.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</a:rPr>
              <a:t>Persistent negative-price behavior points to formulation mismatch, not only threshold settings.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</a:rPr>
              <a:t>Primary levers remain: renewable representation, chronology coupling, and pricing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Action Plan and Decision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500" i="1">
                <a:solidFill>
                  <a:srgbClr val="CCDDEE"/>
                </a:solidFill>
              </a:defRPr>
            </a:pPr>
            <a:r>
              <a:t>Next execution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333333"/>
                </a:solidFill>
              </a:rPr>
              <a:t>1. Approve paper-like benchmark mode for renewables/net-load treatment.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</a:rPr>
              <a:t>2. Keep curtailment sweep as diagnostics; do not treat it as structural equivalence.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</a:rPr>
              <a:t>3. Run day-isolated benchmark window (e.g., Day110) for sign/trend alignment check.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</a:rPr>
              <a:t>4. Define acceptance criteria: sign/trend first, magnitude second.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