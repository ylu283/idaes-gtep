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Prepared as standalone planning slide for IDAES bi-weekly update. Timeline reflects requested 2-week PCM run and 1-week analysis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IDAES PCM Benchmarking Plan (Mar 29 - Apr 23,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Goal: align GTEP-to-PCM conversion and quantify LMP deviation sources vs paper 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47672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333333"/>
                </a:solidFill>
              </a:rPr>
              <a:t>By Mar 29 (Sun): Compare how GTEP expansion outputs convert to PCM-ready inputs; fact-check mapping logic.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Mar 30 - Apr 12 (2 weeks): Run PCM simulations for baseline and converted scenarios with clean manifests/log checks.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333333"/>
                </a:solidFill>
              </a:rPr>
              <a:t>Apr 13 - Apr 19 (1 week): Compare results and analyze time-series aggregation error impacts on LMP trend/sign.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333333"/>
                </a:solidFill>
              </a:rPr>
              <a:t>Apr 23 (Thu): Present conversion status, PCM benchmark results, and next-step recommendations at bi-weekly IDAES meeting.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144768"/>
            <a:ext cx="11155680" cy="411480"/>
          </a:xfrm>
          <a:prstGeom prst="rect">
            <a:avLst/>
          </a:prstGeom>
          <a:solidFill>
            <a:srgbClr val="F2F6FA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300">
                <a:solidFill>
                  <a:srgbClr val="666666"/>
                </a:solidFill>
              </a:defRPr>
            </a:pPr>
            <a:r>
              <a:t>Fact check: Mar 29, 2026 is Sunday; meeting target is Thursday, Apr 23,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